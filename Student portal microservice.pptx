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2" r:id="rId2"/>
    <p:sldId id="257" r:id="rId3"/>
    <p:sldId id="264" r:id="rId4"/>
    <p:sldId id="265" r:id="rId5"/>
    <p:sldId id="266" r:id="rId6"/>
    <p:sldId id="267" r:id="rId7"/>
    <p:sldId id="274" r:id="rId8"/>
    <p:sldId id="261" r:id="rId9"/>
    <p:sldId id="268" r:id="rId10"/>
    <p:sldId id="269" r:id="rId11"/>
    <p:sldId id="270" r:id="rId12"/>
    <p:sldId id="27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199FD9-D2E8-4DA2-B04A-C9D8EE28D2D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7F807F4-9256-468E-A03F-0475E0338213}">
      <dgm:prSet/>
      <dgm:spPr/>
      <dgm:t>
        <a:bodyPr/>
        <a:lstStyle/>
        <a:p>
          <a:r>
            <a:rPr lang="en-US" b="0" i="0" baseline="0"/>
            <a:t>Decomposition of features </a:t>
          </a:r>
          <a:endParaRPr lang="en-US"/>
        </a:p>
      </dgm:t>
    </dgm:pt>
    <dgm:pt modelId="{E9748940-72F0-4ADE-9C73-058E90D094FA}" type="parTrans" cxnId="{0F63FCCF-9D9A-4C03-8620-A5118BC89A1E}">
      <dgm:prSet/>
      <dgm:spPr/>
      <dgm:t>
        <a:bodyPr/>
        <a:lstStyle/>
        <a:p>
          <a:endParaRPr lang="en-US"/>
        </a:p>
      </dgm:t>
    </dgm:pt>
    <dgm:pt modelId="{4E91E32C-560A-4B98-9E74-3376353E447D}" type="sibTrans" cxnId="{0F63FCCF-9D9A-4C03-8620-A5118BC89A1E}">
      <dgm:prSet/>
      <dgm:spPr/>
      <dgm:t>
        <a:bodyPr/>
        <a:lstStyle/>
        <a:p>
          <a:endParaRPr lang="en-US"/>
        </a:p>
      </dgm:t>
    </dgm:pt>
    <dgm:pt modelId="{30D6B564-BFD4-423C-84ED-C1D61CC88EFA}">
      <dgm:prSet/>
      <dgm:spPr/>
      <dgm:t>
        <a:bodyPr/>
        <a:lstStyle/>
        <a:p>
          <a:r>
            <a:rPr lang="en-US"/>
            <a:t>Independent Deployment</a:t>
          </a:r>
        </a:p>
      </dgm:t>
    </dgm:pt>
    <dgm:pt modelId="{C1B20AD3-F1C5-49EE-99C7-9A973DCB42AC}" type="parTrans" cxnId="{F9AF230F-D0F4-4FD3-B2E2-54877345CA02}">
      <dgm:prSet/>
      <dgm:spPr/>
      <dgm:t>
        <a:bodyPr/>
        <a:lstStyle/>
        <a:p>
          <a:endParaRPr lang="en-US"/>
        </a:p>
      </dgm:t>
    </dgm:pt>
    <dgm:pt modelId="{C55942CC-B357-49EC-8A86-871CF119FD29}" type="sibTrans" cxnId="{F9AF230F-D0F4-4FD3-B2E2-54877345CA02}">
      <dgm:prSet/>
      <dgm:spPr/>
      <dgm:t>
        <a:bodyPr/>
        <a:lstStyle/>
        <a:p>
          <a:endParaRPr lang="en-US"/>
        </a:p>
      </dgm:t>
    </dgm:pt>
    <dgm:pt modelId="{717EDEB1-B484-4A8F-BA40-E31F86616D7D}">
      <dgm:prSet/>
      <dgm:spPr/>
      <dgm:t>
        <a:bodyPr/>
        <a:lstStyle/>
        <a:p>
          <a:r>
            <a:rPr lang="en-US"/>
            <a:t>Communication via API</a:t>
          </a:r>
        </a:p>
      </dgm:t>
    </dgm:pt>
    <dgm:pt modelId="{934E56DA-8295-4926-9B86-809FDEDB2416}" type="parTrans" cxnId="{86CF52DB-8D3F-4C27-99DD-DD5D346879DC}">
      <dgm:prSet/>
      <dgm:spPr/>
      <dgm:t>
        <a:bodyPr/>
        <a:lstStyle/>
        <a:p>
          <a:endParaRPr lang="en-US"/>
        </a:p>
      </dgm:t>
    </dgm:pt>
    <dgm:pt modelId="{C687441A-3217-4889-98AB-908B77822CBE}" type="sibTrans" cxnId="{86CF52DB-8D3F-4C27-99DD-DD5D346879DC}">
      <dgm:prSet/>
      <dgm:spPr/>
      <dgm:t>
        <a:bodyPr/>
        <a:lstStyle/>
        <a:p>
          <a:endParaRPr lang="en-US"/>
        </a:p>
      </dgm:t>
    </dgm:pt>
    <dgm:pt modelId="{506A2A76-0912-4870-84E9-0451376F91CB}">
      <dgm:prSet/>
      <dgm:spPr/>
      <dgm:t>
        <a:bodyPr/>
        <a:lstStyle/>
        <a:p>
          <a:r>
            <a:rPr lang="en-US"/>
            <a:t>Decentralized Data Management</a:t>
          </a:r>
        </a:p>
      </dgm:t>
    </dgm:pt>
    <dgm:pt modelId="{2F73CD47-D2A3-4411-9D36-E539A24BE79B}" type="parTrans" cxnId="{1EB46227-8590-4B8A-9A4E-EE1A83E6889C}">
      <dgm:prSet/>
      <dgm:spPr/>
      <dgm:t>
        <a:bodyPr/>
        <a:lstStyle/>
        <a:p>
          <a:endParaRPr lang="en-US"/>
        </a:p>
      </dgm:t>
    </dgm:pt>
    <dgm:pt modelId="{F89B4A01-0B1C-49CE-8819-926A409B9AAE}" type="sibTrans" cxnId="{1EB46227-8590-4B8A-9A4E-EE1A83E6889C}">
      <dgm:prSet/>
      <dgm:spPr/>
      <dgm:t>
        <a:bodyPr/>
        <a:lstStyle/>
        <a:p>
          <a:endParaRPr lang="en-US"/>
        </a:p>
      </dgm:t>
    </dgm:pt>
    <dgm:pt modelId="{A7BF3980-2D1C-4838-AA34-EAE8D8FE9CC7}" type="pres">
      <dgm:prSet presAssocID="{D3199FD9-D2E8-4DA2-B04A-C9D8EE28D2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E1114B1-1457-4517-80A0-C16D86C26900}" type="pres">
      <dgm:prSet presAssocID="{17F807F4-9256-468E-A03F-0475E0338213}" presName="hierRoot1" presStyleCnt="0"/>
      <dgm:spPr/>
    </dgm:pt>
    <dgm:pt modelId="{1D865D41-C28D-4388-9D28-6997E8B2559E}" type="pres">
      <dgm:prSet presAssocID="{17F807F4-9256-468E-A03F-0475E0338213}" presName="composite" presStyleCnt="0"/>
      <dgm:spPr/>
    </dgm:pt>
    <dgm:pt modelId="{194FB843-B524-461C-BB61-E016B66F514D}" type="pres">
      <dgm:prSet presAssocID="{17F807F4-9256-468E-A03F-0475E0338213}" presName="background" presStyleLbl="node0" presStyleIdx="0" presStyleCnt="4"/>
      <dgm:spPr/>
    </dgm:pt>
    <dgm:pt modelId="{F882E088-89D5-4F26-BE9B-E780500E4A12}" type="pres">
      <dgm:prSet presAssocID="{17F807F4-9256-468E-A03F-0475E0338213}" presName="text" presStyleLbl="fgAcc0" presStyleIdx="0" presStyleCnt="4">
        <dgm:presLayoutVars>
          <dgm:chPref val="3"/>
        </dgm:presLayoutVars>
      </dgm:prSet>
      <dgm:spPr/>
    </dgm:pt>
    <dgm:pt modelId="{4DA8CB60-1EBE-4E2D-97BA-3F73DBD26A34}" type="pres">
      <dgm:prSet presAssocID="{17F807F4-9256-468E-A03F-0475E0338213}" presName="hierChild2" presStyleCnt="0"/>
      <dgm:spPr/>
    </dgm:pt>
    <dgm:pt modelId="{D409264C-3BA5-42F4-B42B-20485FA5AE76}" type="pres">
      <dgm:prSet presAssocID="{30D6B564-BFD4-423C-84ED-C1D61CC88EFA}" presName="hierRoot1" presStyleCnt="0"/>
      <dgm:spPr/>
    </dgm:pt>
    <dgm:pt modelId="{2E60072E-5075-4000-9C16-369B70130709}" type="pres">
      <dgm:prSet presAssocID="{30D6B564-BFD4-423C-84ED-C1D61CC88EFA}" presName="composite" presStyleCnt="0"/>
      <dgm:spPr/>
    </dgm:pt>
    <dgm:pt modelId="{61C92B3B-4E44-4B12-82D5-D87354C26BB1}" type="pres">
      <dgm:prSet presAssocID="{30D6B564-BFD4-423C-84ED-C1D61CC88EFA}" presName="background" presStyleLbl="node0" presStyleIdx="1" presStyleCnt="4"/>
      <dgm:spPr/>
    </dgm:pt>
    <dgm:pt modelId="{DC9D10AB-0E32-4180-9AA8-D0D5117C8F8B}" type="pres">
      <dgm:prSet presAssocID="{30D6B564-BFD4-423C-84ED-C1D61CC88EFA}" presName="text" presStyleLbl="fgAcc0" presStyleIdx="1" presStyleCnt="4">
        <dgm:presLayoutVars>
          <dgm:chPref val="3"/>
        </dgm:presLayoutVars>
      </dgm:prSet>
      <dgm:spPr/>
    </dgm:pt>
    <dgm:pt modelId="{D30E867D-2473-4A0E-8B35-C5B16B2FEE30}" type="pres">
      <dgm:prSet presAssocID="{30D6B564-BFD4-423C-84ED-C1D61CC88EFA}" presName="hierChild2" presStyleCnt="0"/>
      <dgm:spPr/>
    </dgm:pt>
    <dgm:pt modelId="{F9547BEA-5BD3-4C52-80F4-C830A05AEAFC}" type="pres">
      <dgm:prSet presAssocID="{717EDEB1-B484-4A8F-BA40-E31F86616D7D}" presName="hierRoot1" presStyleCnt="0"/>
      <dgm:spPr/>
    </dgm:pt>
    <dgm:pt modelId="{BE913677-B9FF-4034-92E3-3AE4CF110E7F}" type="pres">
      <dgm:prSet presAssocID="{717EDEB1-B484-4A8F-BA40-E31F86616D7D}" presName="composite" presStyleCnt="0"/>
      <dgm:spPr/>
    </dgm:pt>
    <dgm:pt modelId="{B57647B0-E302-4012-8D73-792B73A495F2}" type="pres">
      <dgm:prSet presAssocID="{717EDEB1-B484-4A8F-BA40-E31F86616D7D}" presName="background" presStyleLbl="node0" presStyleIdx="2" presStyleCnt="4"/>
      <dgm:spPr/>
    </dgm:pt>
    <dgm:pt modelId="{BCFC0153-870E-4AD4-82FF-D8BDC95B5A50}" type="pres">
      <dgm:prSet presAssocID="{717EDEB1-B484-4A8F-BA40-E31F86616D7D}" presName="text" presStyleLbl="fgAcc0" presStyleIdx="2" presStyleCnt="4">
        <dgm:presLayoutVars>
          <dgm:chPref val="3"/>
        </dgm:presLayoutVars>
      </dgm:prSet>
      <dgm:spPr/>
    </dgm:pt>
    <dgm:pt modelId="{D301ED8D-5ED1-46FF-A7E6-ECD5DD446900}" type="pres">
      <dgm:prSet presAssocID="{717EDEB1-B484-4A8F-BA40-E31F86616D7D}" presName="hierChild2" presStyleCnt="0"/>
      <dgm:spPr/>
    </dgm:pt>
    <dgm:pt modelId="{F38ED5B0-134F-4985-8CC3-7FBD651CE01F}" type="pres">
      <dgm:prSet presAssocID="{506A2A76-0912-4870-84E9-0451376F91CB}" presName="hierRoot1" presStyleCnt="0"/>
      <dgm:spPr/>
    </dgm:pt>
    <dgm:pt modelId="{212FD800-6386-4E30-986F-D0F0009ED3FA}" type="pres">
      <dgm:prSet presAssocID="{506A2A76-0912-4870-84E9-0451376F91CB}" presName="composite" presStyleCnt="0"/>
      <dgm:spPr/>
    </dgm:pt>
    <dgm:pt modelId="{DAB8F1EC-077C-4A90-A56F-79D206C393AD}" type="pres">
      <dgm:prSet presAssocID="{506A2A76-0912-4870-84E9-0451376F91CB}" presName="background" presStyleLbl="node0" presStyleIdx="3" presStyleCnt="4"/>
      <dgm:spPr/>
    </dgm:pt>
    <dgm:pt modelId="{83120D43-72A1-491C-AECE-9D553BCFECC1}" type="pres">
      <dgm:prSet presAssocID="{506A2A76-0912-4870-84E9-0451376F91CB}" presName="text" presStyleLbl="fgAcc0" presStyleIdx="3" presStyleCnt="4">
        <dgm:presLayoutVars>
          <dgm:chPref val="3"/>
        </dgm:presLayoutVars>
      </dgm:prSet>
      <dgm:spPr/>
    </dgm:pt>
    <dgm:pt modelId="{E7D45F97-0A06-479B-89E6-1BBF0675BCFB}" type="pres">
      <dgm:prSet presAssocID="{506A2A76-0912-4870-84E9-0451376F91CB}" presName="hierChild2" presStyleCnt="0"/>
      <dgm:spPr/>
    </dgm:pt>
  </dgm:ptLst>
  <dgm:cxnLst>
    <dgm:cxn modelId="{F9AF230F-D0F4-4FD3-B2E2-54877345CA02}" srcId="{D3199FD9-D2E8-4DA2-B04A-C9D8EE28D2DD}" destId="{30D6B564-BFD4-423C-84ED-C1D61CC88EFA}" srcOrd="1" destOrd="0" parTransId="{C1B20AD3-F1C5-49EE-99C7-9A973DCB42AC}" sibTransId="{C55942CC-B357-49EC-8A86-871CF119FD29}"/>
    <dgm:cxn modelId="{1EB46227-8590-4B8A-9A4E-EE1A83E6889C}" srcId="{D3199FD9-D2E8-4DA2-B04A-C9D8EE28D2DD}" destId="{506A2A76-0912-4870-84E9-0451376F91CB}" srcOrd="3" destOrd="0" parTransId="{2F73CD47-D2A3-4411-9D36-E539A24BE79B}" sibTransId="{F89B4A01-0B1C-49CE-8819-926A409B9AAE}"/>
    <dgm:cxn modelId="{377D0836-0306-4352-AE9C-926DBD143E4C}" type="presOf" srcId="{717EDEB1-B484-4A8F-BA40-E31F86616D7D}" destId="{BCFC0153-870E-4AD4-82FF-D8BDC95B5A50}" srcOrd="0" destOrd="0" presId="urn:microsoft.com/office/officeart/2005/8/layout/hierarchy1"/>
    <dgm:cxn modelId="{1FB34F97-D406-4055-A3DB-5623D8C46E0C}" type="presOf" srcId="{D3199FD9-D2E8-4DA2-B04A-C9D8EE28D2DD}" destId="{A7BF3980-2D1C-4838-AA34-EAE8D8FE9CC7}" srcOrd="0" destOrd="0" presId="urn:microsoft.com/office/officeart/2005/8/layout/hierarchy1"/>
    <dgm:cxn modelId="{DC91A6B5-6255-48BB-B8B6-22560C0F2360}" type="presOf" srcId="{17F807F4-9256-468E-A03F-0475E0338213}" destId="{F882E088-89D5-4F26-BE9B-E780500E4A12}" srcOrd="0" destOrd="0" presId="urn:microsoft.com/office/officeart/2005/8/layout/hierarchy1"/>
    <dgm:cxn modelId="{88F8A8CB-12FB-444C-B4B1-4579340C7618}" type="presOf" srcId="{506A2A76-0912-4870-84E9-0451376F91CB}" destId="{83120D43-72A1-491C-AECE-9D553BCFECC1}" srcOrd="0" destOrd="0" presId="urn:microsoft.com/office/officeart/2005/8/layout/hierarchy1"/>
    <dgm:cxn modelId="{0F63FCCF-9D9A-4C03-8620-A5118BC89A1E}" srcId="{D3199FD9-D2E8-4DA2-B04A-C9D8EE28D2DD}" destId="{17F807F4-9256-468E-A03F-0475E0338213}" srcOrd="0" destOrd="0" parTransId="{E9748940-72F0-4ADE-9C73-058E90D094FA}" sibTransId="{4E91E32C-560A-4B98-9E74-3376353E447D}"/>
    <dgm:cxn modelId="{86CF52DB-8D3F-4C27-99DD-DD5D346879DC}" srcId="{D3199FD9-D2E8-4DA2-B04A-C9D8EE28D2DD}" destId="{717EDEB1-B484-4A8F-BA40-E31F86616D7D}" srcOrd="2" destOrd="0" parTransId="{934E56DA-8295-4926-9B86-809FDEDB2416}" sibTransId="{C687441A-3217-4889-98AB-908B77822CBE}"/>
    <dgm:cxn modelId="{8DF42CF4-9B21-4A85-ACD3-5AC34459CCA3}" type="presOf" srcId="{30D6B564-BFD4-423C-84ED-C1D61CC88EFA}" destId="{DC9D10AB-0E32-4180-9AA8-D0D5117C8F8B}" srcOrd="0" destOrd="0" presId="urn:microsoft.com/office/officeart/2005/8/layout/hierarchy1"/>
    <dgm:cxn modelId="{1D8317B1-B69A-4A95-8043-39A20F2A5AC7}" type="presParOf" srcId="{A7BF3980-2D1C-4838-AA34-EAE8D8FE9CC7}" destId="{FE1114B1-1457-4517-80A0-C16D86C26900}" srcOrd="0" destOrd="0" presId="urn:microsoft.com/office/officeart/2005/8/layout/hierarchy1"/>
    <dgm:cxn modelId="{BA20ABEC-3BD1-4D75-8C3C-8C09B37EFDAA}" type="presParOf" srcId="{FE1114B1-1457-4517-80A0-C16D86C26900}" destId="{1D865D41-C28D-4388-9D28-6997E8B2559E}" srcOrd="0" destOrd="0" presId="urn:microsoft.com/office/officeart/2005/8/layout/hierarchy1"/>
    <dgm:cxn modelId="{BB123374-0E39-4CC4-AD24-206660444F0E}" type="presParOf" srcId="{1D865D41-C28D-4388-9D28-6997E8B2559E}" destId="{194FB843-B524-461C-BB61-E016B66F514D}" srcOrd="0" destOrd="0" presId="urn:microsoft.com/office/officeart/2005/8/layout/hierarchy1"/>
    <dgm:cxn modelId="{A0393C39-FD6C-40DA-9D3E-E781165A40B2}" type="presParOf" srcId="{1D865D41-C28D-4388-9D28-6997E8B2559E}" destId="{F882E088-89D5-4F26-BE9B-E780500E4A12}" srcOrd="1" destOrd="0" presId="urn:microsoft.com/office/officeart/2005/8/layout/hierarchy1"/>
    <dgm:cxn modelId="{A3923B22-AE7D-46FA-A77D-D7126046D0AB}" type="presParOf" srcId="{FE1114B1-1457-4517-80A0-C16D86C26900}" destId="{4DA8CB60-1EBE-4E2D-97BA-3F73DBD26A34}" srcOrd="1" destOrd="0" presId="urn:microsoft.com/office/officeart/2005/8/layout/hierarchy1"/>
    <dgm:cxn modelId="{EDA11A4E-898E-494F-90C0-4909013A8569}" type="presParOf" srcId="{A7BF3980-2D1C-4838-AA34-EAE8D8FE9CC7}" destId="{D409264C-3BA5-42F4-B42B-20485FA5AE76}" srcOrd="1" destOrd="0" presId="urn:microsoft.com/office/officeart/2005/8/layout/hierarchy1"/>
    <dgm:cxn modelId="{E0D65577-A1AB-4E3D-98A6-1D93C083E6E1}" type="presParOf" srcId="{D409264C-3BA5-42F4-B42B-20485FA5AE76}" destId="{2E60072E-5075-4000-9C16-369B70130709}" srcOrd="0" destOrd="0" presId="urn:microsoft.com/office/officeart/2005/8/layout/hierarchy1"/>
    <dgm:cxn modelId="{C619C663-4904-4253-BA91-18DD133EFF26}" type="presParOf" srcId="{2E60072E-5075-4000-9C16-369B70130709}" destId="{61C92B3B-4E44-4B12-82D5-D87354C26BB1}" srcOrd="0" destOrd="0" presId="urn:microsoft.com/office/officeart/2005/8/layout/hierarchy1"/>
    <dgm:cxn modelId="{00929573-95D8-431E-A8A4-5F4BB77677A5}" type="presParOf" srcId="{2E60072E-5075-4000-9C16-369B70130709}" destId="{DC9D10AB-0E32-4180-9AA8-D0D5117C8F8B}" srcOrd="1" destOrd="0" presId="urn:microsoft.com/office/officeart/2005/8/layout/hierarchy1"/>
    <dgm:cxn modelId="{6790B7EE-69E1-4A20-A99F-210704E8917F}" type="presParOf" srcId="{D409264C-3BA5-42F4-B42B-20485FA5AE76}" destId="{D30E867D-2473-4A0E-8B35-C5B16B2FEE30}" srcOrd="1" destOrd="0" presId="urn:microsoft.com/office/officeart/2005/8/layout/hierarchy1"/>
    <dgm:cxn modelId="{3572A5A3-609F-4633-95E9-0041AEAEEA1A}" type="presParOf" srcId="{A7BF3980-2D1C-4838-AA34-EAE8D8FE9CC7}" destId="{F9547BEA-5BD3-4C52-80F4-C830A05AEAFC}" srcOrd="2" destOrd="0" presId="urn:microsoft.com/office/officeart/2005/8/layout/hierarchy1"/>
    <dgm:cxn modelId="{7A936738-0635-47FF-92EA-B7DB9F54B4E3}" type="presParOf" srcId="{F9547BEA-5BD3-4C52-80F4-C830A05AEAFC}" destId="{BE913677-B9FF-4034-92E3-3AE4CF110E7F}" srcOrd="0" destOrd="0" presId="urn:microsoft.com/office/officeart/2005/8/layout/hierarchy1"/>
    <dgm:cxn modelId="{AA09435D-C849-4A9A-8540-B8E565CA89F4}" type="presParOf" srcId="{BE913677-B9FF-4034-92E3-3AE4CF110E7F}" destId="{B57647B0-E302-4012-8D73-792B73A495F2}" srcOrd="0" destOrd="0" presId="urn:microsoft.com/office/officeart/2005/8/layout/hierarchy1"/>
    <dgm:cxn modelId="{AFC0F476-79D3-463A-A3DC-E22C3B8A1C39}" type="presParOf" srcId="{BE913677-B9FF-4034-92E3-3AE4CF110E7F}" destId="{BCFC0153-870E-4AD4-82FF-D8BDC95B5A50}" srcOrd="1" destOrd="0" presId="urn:microsoft.com/office/officeart/2005/8/layout/hierarchy1"/>
    <dgm:cxn modelId="{E8FE5C4B-D333-43AA-A97C-20B279B757E5}" type="presParOf" srcId="{F9547BEA-5BD3-4C52-80F4-C830A05AEAFC}" destId="{D301ED8D-5ED1-46FF-A7E6-ECD5DD446900}" srcOrd="1" destOrd="0" presId="urn:microsoft.com/office/officeart/2005/8/layout/hierarchy1"/>
    <dgm:cxn modelId="{C65ACD4D-192E-4E3B-8651-E4AFD435EBBF}" type="presParOf" srcId="{A7BF3980-2D1C-4838-AA34-EAE8D8FE9CC7}" destId="{F38ED5B0-134F-4985-8CC3-7FBD651CE01F}" srcOrd="3" destOrd="0" presId="urn:microsoft.com/office/officeart/2005/8/layout/hierarchy1"/>
    <dgm:cxn modelId="{05D38934-E14C-416C-BCE2-050C8FE18B07}" type="presParOf" srcId="{F38ED5B0-134F-4985-8CC3-7FBD651CE01F}" destId="{212FD800-6386-4E30-986F-D0F0009ED3FA}" srcOrd="0" destOrd="0" presId="urn:microsoft.com/office/officeart/2005/8/layout/hierarchy1"/>
    <dgm:cxn modelId="{B0048443-535A-4218-A160-18AEFB076287}" type="presParOf" srcId="{212FD800-6386-4E30-986F-D0F0009ED3FA}" destId="{DAB8F1EC-077C-4A90-A56F-79D206C393AD}" srcOrd="0" destOrd="0" presId="urn:microsoft.com/office/officeart/2005/8/layout/hierarchy1"/>
    <dgm:cxn modelId="{27C277AD-A33B-4B54-B470-DB83CFFC39FC}" type="presParOf" srcId="{212FD800-6386-4E30-986F-D0F0009ED3FA}" destId="{83120D43-72A1-491C-AECE-9D553BCFECC1}" srcOrd="1" destOrd="0" presId="urn:microsoft.com/office/officeart/2005/8/layout/hierarchy1"/>
    <dgm:cxn modelId="{DF202C10-D972-417B-9A49-6DF77F57C33A}" type="presParOf" srcId="{F38ED5B0-134F-4985-8CC3-7FBD651CE01F}" destId="{E7D45F97-0A06-479B-89E6-1BBF0675BCF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199FD9-D2E8-4DA2-B04A-C9D8EE28D2D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6B4C40B-1AFD-4F7A-821C-7E7AF2116CE3}" type="pres">
      <dgm:prSet presAssocID="{D3199FD9-D2E8-4DA2-B04A-C9D8EE28D2DD}" presName="root" presStyleCnt="0">
        <dgm:presLayoutVars>
          <dgm:dir/>
          <dgm:resizeHandles val="exact"/>
        </dgm:presLayoutVars>
      </dgm:prSet>
      <dgm:spPr/>
    </dgm:pt>
    <dgm:pt modelId="{0B57F1A3-8D70-4C80-ACDD-0CE8F1F0A64E}" type="pres">
      <dgm:prSet presAssocID="{D3199FD9-D2E8-4DA2-B04A-C9D8EE28D2DD}" presName="container" presStyleCnt="0">
        <dgm:presLayoutVars>
          <dgm:dir/>
          <dgm:resizeHandles val="exact"/>
        </dgm:presLayoutVars>
      </dgm:prSet>
      <dgm:spPr/>
    </dgm:pt>
  </dgm:ptLst>
  <dgm:cxnLst>
    <dgm:cxn modelId="{5F841AE2-4259-4B67-8EC1-A639E3AE68B4}" type="presOf" srcId="{D3199FD9-D2E8-4DA2-B04A-C9D8EE28D2DD}" destId="{06B4C40B-1AFD-4F7A-821C-7E7AF2116CE3}" srcOrd="0" destOrd="0" presId="urn:microsoft.com/office/officeart/2018/2/layout/IconCircleList"/>
    <dgm:cxn modelId="{F72484F2-82D5-45BF-A30A-C7253C238301}" type="presParOf" srcId="{06B4C40B-1AFD-4F7A-821C-7E7AF2116CE3}" destId="{0B57F1A3-8D70-4C80-ACDD-0CE8F1F0A64E}" srcOrd="0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813C85-C82A-4AD7-A1E7-9E863992E6B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92DCCEF-EC41-4125-96D6-1BA1B96BE946}">
      <dgm:prSet/>
      <dgm:spPr/>
      <dgm:t>
        <a:bodyPr/>
        <a:lstStyle/>
        <a:p>
          <a:r>
            <a:rPr lang="en-US" dirty="0"/>
            <a:t>Targeted scalability </a:t>
          </a:r>
        </a:p>
      </dgm:t>
    </dgm:pt>
    <dgm:pt modelId="{08BD1CFF-869E-4330-8919-978E630D121B}" type="parTrans" cxnId="{20985BAE-479A-44B8-9F5A-4F486B67056C}">
      <dgm:prSet/>
      <dgm:spPr/>
      <dgm:t>
        <a:bodyPr/>
        <a:lstStyle/>
        <a:p>
          <a:endParaRPr lang="en-US"/>
        </a:p>
      </dgm:t>
    </dgm:pt>
    <dgm:pt modelId="{81F07BD6-46C9-41F8-A5CC-277688A9E5BB}" type="sibTrans" cxnId="{20985BAE-479A-44B8-9F5A-4F486B67056C}">
      <dgm:prSet/>
      <dgm:spPr/>
      <dgm:t>
        <a:bodyPr/>
        <a:lstStyle/>
        <a:p>
          <a:endParaRPr lang="en-US"/>
        </a:p>
      </dgm:t>
    </dgm:pt>
    <dgm:pt modelId="{8C66DCE8-FA26-4A08-9314-B7D443A92376}">
      <dgm:prSet/>
      <dgm:spPr/>
      <dgm:t>
        <a:bodyPr/>
        <a:lstStyle/>
        <a:p>
          <a:r>
            <a:rPr lang="en-US" dirty="0"/>
            <a:t>Fault isolation</a:t>
          </a:r>
        </a:p>
      </dgm:t>
    </dgm:pt>
    <dgm:pt modelId="{482D6684-F909-433A-BC48-4F97D3CF5A0A}" type="parTrans" cxnId="{5E292FBB-CF19-4BD4-8728-D2A753628435}">
      <dgm:prSet/>
      <dgm:spPr/>
      <dgm:t>
        <a:bodyPr/>
        <a:lstStyle/>
        <a:p>
          <a:endParaRPr lang="en-US"/>
        </a:p>
      </dgm:t>
    </dgm:pt>
    <dgm:pt modelId="{FA48DE21-2678-4F75-A0F0-3F8B1CACE0B8}" type="sibTrans" cxnId="{5E292FBB-CF19-4BD4-8728-D2A753628435}">
      <dgm:prSet/>
      <dgm:spPr/>
      <dgm:t>
        <a:bodyPr/>
        <a:lstStyle/>
        <a:p>
          <a:endParaRPr lang="en-US"/>
        </a:p>
      </dgm:t>
    </dgm:pt>
    <dgm:pt modelId="{0CE9209A-F8A8-41F1-A9FC-C31FF0597F28}">
      <dgm:prSet/>
      <dgm:spPr/>
      <dgm:t>
        <a:bodyPr/>
        <a:lstStyle/>
        <a:p>
          <a:r>
            <a:rPr lang="en-US" dirty="0"/>
            <a:t>Technology Agnostic</a:t>
          </a:r>
        </a:p>
      </dgm:t>
    </dgm:pt>
    <dgm:pt modelId="{637B5429-EE41-40E7-8F87-88D9A0A92E11}" type="parTrans" cxnId="{2B49BFFC-AE22-44C4-B478-D8E6C2956B3D}">
      <dgm:prSet/>
      <dgm:spPr/>
      <dgm:t>
        <a:bodyPr/>
        <a:lstStyle/>
        <a:p>
          <a:endParaRPr lang="en-US"/>
        </a:p>
      </dgm:t>
    </dgm:pt>
    <dgm:pt modelId="{B47C5052-3E53-486E-B016-49B0B6D5E65C}" type="sibTrans" cxnId="{2B49BFFC-AE22-44C4-B478-D8E6C2956B3D}">
      <dgm:prSet/>
      <dgm:spPr/>
      <dgm:t>
        <a:bodyPr/>
        <a:lstStyle/>
        <a:p>
          <a:endParaRPr lang="en-US"/>
        </a:p>
      </dgm:t>
    </dgm:pt>
    <dgm:pt modelId="{4D253137-5F95-4526-B048-60996CC30E3A}">
      <dgm:prSet/>
      <dgm:spPr/>
      <dgm:t>
        <a:bodyPr/>
        <a:lstStyle/>
        <a:p>
          <a:r>
            <a:rPr lang="en-US" dirty="0"/>
            <a:t>Faster Development (Agile)</a:t>
          </a:r>
        </a:p>
      </dgm:t>
    </dgm:pt>
    <dgm:pt modelId="{5B4E1AB2-45D8-4F74-A64C-767C2C1DB48E}" type="parTrans" cxnId="{8A03D508-A5B3-4872-AFBE-F9140AF0151E}">
      <dgm:prSet/>
      <dgm:spPr/>
      <dgm:t>
        <a:bodyPr/>
        <a:lstStyle/>
        <a:p>
          <a:endParaRPr lang="en-US"/>
        </a:p>
      </dgm:t>
    </dgm:pt>
    <dgm:pt modelId="{2ADCBB73-348C-4429-9E9D-5EE5088E84D4}" type="sibTrans" cxnId="{8A03D508-A5B3-4872-AFBE-F9140AF0151E}">
      <dgm:prSet/>
      <dgm:spPr/>
      <dgm:t>
        <a:bodyPr/>
        <a:lstStyle/>
        <a:p>
          <a:endParaRPr lang="en-US"/>
        </a:p>
      </dgm:t>
    </dgm:pt>
    <dgm:pt modelId="{3CDB5F88-5F9D-4C3B-9F5F-32AFAE0B8F14}" type="pres">
      <dgm:prSet presAssocID="{28813C85-C82A-4AD7-A1E7-9E863992E6B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3C3CCF7-EFF5-46AB-9DAF-FE39FF4D6D36}" type="pres">
      <dgm:prSet presAssocID="{C92DCCEF-EC41-4125-96D6-1BA1B96BE946}" presName="hierRoot1" presStyleCnt="0"/>
      <dgm:spPr/>
    </dgm:pt>
    <dgm:pt modelId="{0562772C-04FA-4A3D-8663-479A3ED183C1}" type="pres">
      <dgm:prSet presAssocID="{C92DCCEF-EC41-4125-96D6-1BA1B96BE946}" presName="composite" presStyleCnt="0"/>
      <dgm:spPr/>
    </dgm:pt>
    <dgm:pt modelId="{D9266D1F-2679-4BB8-8886-BE2C0F509FD1}" type="pres">
      <dgm:prSet presAssocID="{C92DCCEF-EC41-4125-96D6-1BA1B96BE946}" presName="background" presStyleLbl="node0" presStyleIdx="0" presStyleCnt="4"/>
      <dgm:spPr/>
    </dgm:pt>
    <dgm:pt modelId="{377E713A-C11E-42C2-B975-F895C697586A}" type="pres">
      <dgm:prSet presAssocID="{C92DCCEF-EC41-4125-96D6-1BA1B96BE946}" presName="text" presStyleLbl="fgAcc0" presStyleIdx="0" presStyleCnt="4">
        <dgm:presLayoutVars>
          <dgm:chPref val="3"/>
        </dgm:presLayoutVars>
      </dgm:prSet>
      <dgm:spPr/>
    </dgm:pt>
    <dgm:pt modelId="{58ADE361-49E8-4E3D-A376-0B00670B0A19}" type="pres">
      <dgm:prSet presAssocID="{C92DCCEF-EC41-4125-96D6-1BA1B96BE946}" presName="hierChild2" presStyleCnt="0"/>
      <dgm:spPr/>
    </dgm:pt>
    <dgm:pt modelId="{36799B93-6C09-499D-8790-CE1A0DA1D969}" type="pres">
      <dgm:prSet presAssocID="{8C66DCE8-FA26-4A08-9314-B7D443A92376}" presName="hierRoot1" presStyleCnt="0"/>
      <dgm:spPr/>
    </dgm:pt>
    <dgm:pt modelId="{9A61045F-D04E-4CEF-9266-79479A2157DA}" type="pres">
      <dgm:prSet presAssocID="{8C66DCE8-FA26-4A08-9314-B7D443A92376}" presName="composite" presStyleCnt="0"/>
      <dgm:spPr/>
    </dgm:pt>
    <dgm:pt modelId="{056F4967-2987-4DD4-BB48-8B5E4856E0CA}" type="pres">
      <dgm:prSet presAssocID="{8C66DCE8-FA26-4A08-9314-B7D443A92376}" presName="background" presStyleLbl="node0" presStyleIdx="1" presStyleCnt="4"/>
      <dgm:spPr/>
    </dgm:pt>
    <dgm:pt modelId="{BEDACB25-6F67-439C-8EF5-35DDA8D3BA3D}" type="pres">
      <dgm:prSet presAssocID="{8C66DCE8-FA26-4A08-9314-B7D443A92376}" presName="text" presStyleLbl="fgAcc0" presStyleIdx="1" presStyleCnt="4">
        <dgm:presLayoutVars>
          <dgm:chPref val="3"/>
        </dgm:presLayoutVars>
      </dgm:prSet>
      <dgm:spPr/>
    </dgm:pt>
    <dgm:pt modelId="{C05A3274-4232-47BA-8EE0-E1090B4B1164}" type="pres">
      <dgm:prSet presAssocID="{8C66DCE8-FA26-4A08-9314-B7D443A92376}" presName="hierChild2" presStyleCnt="0"/>
      <dgm:spPr/>
    </dgm:pt>
    <dgm:pt modelId="{6D4049AE-0A16-4164-BE21-BB46844D12D7}" type="pres">
      <dgm:prSet presAssocID="{0CE9209A-F8A8-41F1-A9FC-C31FF0597F28}" presName="hierRoot1" presStyleCnt="0"/>
      <dgm:spPr/>
    </dgm:pt>
    <dgm:pt modelId="{711A66F8-0C8F-4FDA-97F7-1803E5B31392}" type="pres">
      <dgm:prSet presAssocID="{0CE9209A-F8A8-41F1-A9FC-C31FF0597F28}" presName="composite" presStyleCnt="0"/>
      <dgm:spPr/>
    </dgm:pt>
    <dgm:pt modelId="{E4944F79-8AAF-43B7-9A60-9D78961B125F}" type="pres">
      <dgm:prSet presAssocID="{0CE9209A-F8A8-41F1-A9FC-C31FF0597F28}" presName="background" presStyleLbl="node0" presStyleIdx="2" presStyleCnt="4"/>
      <dgm:spPr/>
    </dgm:pt>
    <dgm:pt modelId="{4174D666-923D-400F-8BE4-F09950ABD051}" type="pres">
      <dgm:prSet presAssocID="{0CE9209A-F8A8-41F1-A9FC-C31FF0597F28}" presName="text" presStyleLbl="fgAcc0" presStyleIdx="2" presStyleCnt="4">
        <dgm:presLayoutVars>
          <dgm:chPref val="3"/>
        </dgm:presLayoutVars>
      </dgm:prSet>
      <dgm:spPr/>
    </dgm:pt>
    <dgm:pt modelId="{6A3D81F9-3F60-446E-8F2F-1FF89AB84E46}" type="pres">
      <dgm:prSet presAssocID="{0CE9209A-F8A8-41F1-A9FC-C31FF0597F28}" presName="hierChild2" presStyleCnt="0"/>
      <dgm:spPr/>
    </dgm:pt>
    <dgm:pt modelId="{080E1BAA-8E4C-40B0-AD47-B8B0D1D363ED}" type="pres">
      <dgm:prSet presAssocID="{4D253137-5F95-4526-B048-60996CC30E3A}" presName="hierRoot1" presStyleCnt="0"/>
      <dgm:spPr/>
    </dgm:pt>
    <dgm:pt modelId="{BF85EB88-FFA7-4134-BD72-913EBB64C693}" type="pres">
      <dgm:prSet presAssocID="{4D253137-5F95-4526-B048-60996CC30E3A}" presName="composite" presStyleCnt="0"/>
      <dgm:spPr/>
    </dgm:pt>
    <dgm:pt modelId="{3FF50684-E9C9-459E-A952-E4F6948096C4}" type="pres">
      <dgm:prSet presAssocID="{4D253137-5F95-4526-B048-60996CC30E3A}" presName="background" presStyleLbl="node0" presStyleIdx="3" presStyleCnt="4"/>
      <dgm:spPr/>
    </dgm:pt>
    <dgm:pt modelId="{28062F46-08A4-4ECD-B2CA-68F7F8DB3AE2}" type="pres">
      <dgm:prSet presAssocID="{4D253137-5F95-4526-B048-60996CC30E3A}" presName="text" presStyleLbl="fgAcc0" presStyleIdx="3" presStyleCnt="4">
        <dgm:presLayoutVars>
          <dgm:chPref val="3"/>
        </dgm:presLayoutVars>
      </dgm:prSet>
      <dgm:spPr/>
    </dgm:pt>
    <dgm:pt modelId="{8AE70698-14FA-4467-93BD-CFFF1759A231}" type="pres">
      <dgm:prSet presAssocID="{4D253137-5F95-4526-B048-60996CC30E3A}" presName="hierChild2" presStyleCnt="0"/>
      <dgm:spPr/>
    </dgm:pt>
  </dgm:ptLst>
  <dgm:cxnLst>
    <dgm:cxn modelId="{8A03D508-A5B3-4872-AFBE-F9140AF0151E}" srcId="{28813C85-C82A-4AD7-A1E7-9E863992E6B2}" destId="{4D253137-5F95-4526-B048-60996CC30E3A}" srcOrd="3" destOrd="0" parTransId="{5B4E1AB2-45D8-4F74-A64C-767C2C1DB48E}" sibTransId="{2ADCBB73-348C-4429-9E9D-5EE5088E84D4}"/>
    <dgm:cxn modelId="{C2C7765C-9BDC-4549-9483-3C7774A304E2}" type="presOf" srcId="{28813C85-C82A-4AD7-A1E7-9E863992E6B2}" destId="{3CDB5F88-5F9D-4C3B-9F5F-32AFAE0B8F14}" srcOrd="0" destOrd="0" presId="urn:microsoft.com/office/officeart/2005/8/layout/hierarchy1"/>
    <dgm:cxn modelId="{61411795-981F-4B87-91B9-3A4F1B12D108}" type="presOf" srcId="{C92DCCEF-EC41-4125-96D6-1BA1B96BE946}" destId="{377E713A-C11E-42C2-B975-F895C697586A}" srcOrd="0" destOrd="0" presId="urn:microsoft.com/office/officeart/2005/8/layout/hierarchy1"/>
    <dgm:cxn modelId="{FB8AA097-0E66-45AB-B1B3-0912FC2CAB91}" type="presOf" srcId="{0CE9209A-F8A8-41F1-A9FC-C31FF0597F28}" destId="{4174D666-923D-400F-8BE4-F09950ABD051}" srcOrd="0" destOrd="0" presId="urn:microsoft.com/office/officeart/2005/8/layout/hierarchy1"/>
    <dgm:cxn modelId="{20985BAE-479A-44B8-9F5A-4F486B67056C}" srcId="{28813C85-C82A-4AD7-A1E7-9E863992E6B2}" destId="{C92DCCEF-EC41-4125-96D6-1BA1B96BE946}" srcOrd="0" destOrd="0" parTransId="{08BD1CFF-869E-4330-8919-978E630D121B}" sibTransId="{81F07BD6-46C9-41F8-A5CC-277688A9E5BB}"/>
    <dgm:cxn modelId="{EE9031B5-5306-4839-AE28-56CD511B2ED2}" type="presOf" srcId="{4D253137-5F95-4526-B048-60996CC30E3A}" destId="{28062F46-08A4-4ECD-B2CA-68F7F8DB3AE2}" srcOrd="0" destOrd="0" presId="urn:microsoft.com/office/officeart/2005/8/layout/hierarchy1"/>
    <dgm:cxn modelId="{5E292FBB-CF19-4BD4-8728-D2A753628435}" srcId="{28813C85-C82A-4AD7-A1E7-9E863992E6B2}" destId="{8C66DCE8-FA26-4A08-9314-B7D443A92376}" srcOrd="1" destOrd="0" parTransId="{482D6684-F909-433A-BC48-4F97D3CF5A0A}" sibTransId="{FA48DE21-2678-4F75-A0F0-3F8B1CACE0B8}"/>
    <dgm:cxn modelId="{9CF580DC-C856-405E-8A4A-9EFE7774152C}" type="presOf" srcId="{8C66DCE8-FA26-4A08-9314-B7D443A92376}" destId="{BEDACB25-6F67-439C-8EF5-35DDA8D3BA3D}" srcOrd="0" destOrd="0" presId="urn:microsoft.com/office/officeart/2005/8/layout/hierarchy1"/>
    <dgm:cxn modelId="{2B49BFFC-AE22-44C4-B478-D8E6C2956B3D}" srcId="{28813C85-C82A-4AD7-A1E7-9E863992E6B2}" destId="{0CE9209A-F8A8-41F1-A9FC-C31FF0597F28}" srcOrd="2" destOrd="0" parTransId="{637B5429-EE41-40E7-8F87-88D9A0A92E11}" sibTransId="{B47C5052-3E53-486E-B016-49B0B6D5E65C}"/>
    <dgm:cxn modelId="{55705A23-9A25-4EDC-BEDB-310022733F64}" type="presParOf" srcId="{3CDB5F88-5F9D-4C3B-9F5F-32AFAE0B8F14}" destId="{03C3CCF7-EFF5-46AB-9DAF-FE39FF4D6D36}" srcOrd="0" destOrd="0" presId="urn:microsoft.com/office/officeart/2005/8/layout/hierarchy1"/>
    <dgm:cxn modelId="{E8ABE0C5-A6D5-413C-A5F9-73C545FBB2F4}" type="presParOf" srcId="{03C3CCF7-EFF5-46AB-9DAF-FE39FF4D6D36}" destId="{0562772C-04FA-4A3D-8663-479A3ED183C1}" srcOrd="0" destOrd="0" presId="urn:microsoft.com/office/officeart/2005/8/layout/hierarchy1"/>
    <dgm:cxn modelId="{F9B25071-1493-4D0C-A5A3-81AE0CD21D7D}" type="presParOf" srcId="{0562772C-04FA-4A3D-8663-479A3ED183C1}" destId="{D9266D1F-2679-4BB8-8886-BE2C0F509FD1}" srcOrd="0" destOrd="0" presId="urn:microsoft.com/office/officeart/2005/8/layout/hierarchy1"/>
    <dgm:cxn modelId="{1F1D1F12-5790-4A3B-8B4A-14995AF150F8}" type="presParOf" srcId="{0562772C-04FA-4A3D-8663-479A3ED183C1}" destId="{377E713A-C11E-42C2-B975-F895C697586A}" srcOrd="1" destOrd="0" presId="urn:microsoft.com/office/officeart/2005/8/layout/hierarchy1"/>
    <dgm:cxn modelId="{5ABCB11E-C694-4064-B540-240D36569B16}" type="presParOf" srcId="{03C3CCF7-EFF5-46AB-9DAF-FE39FF4D6D36}" destId="{58ADE361-49E8-4E3D-A376-0B00670B0A19}" srcOrd="1" destOrd="0" presId="urn:microsoft.com/office/officeart/2005/8/layout/hierarchy1"/>
    <dgm:cxn modelId="{F34B7352-167C-425D-B686-3DCC97FDAEA8}" type="presParOf" srcId="{3CDB5F88-5F9D-4C3B-9F5F-32AFAE0B8F14}" destId="{36799B93-6C09-499D-8790-CE1A0DA1D969}" srcOrd="1" destOrd="0" presId="urn:microsoft.com/office/officeart/2005/8/layout/hierarchy1"/>
    <dgm:cxn modelId="{36E314E6-F13D-4D1C-890E-65BC5CBCA2D3}" type="presParOf" srcId="{36799B93-6C09-499D-8790-CE1A0DA1D969}" destId="{9A61045F-D04E-4CEF-9266-79479A2157DA}" srcOrd="0" destOrd="0" presId="urn:microsoft.com/office/officeart/2005/8/layout/hierarchy1"/>
    <dgm:cxn modelId="{45AC8B2F-E58E-4F35-B394-FC588976A8C3}" type="presParOf" srcId="{9A61045F-D04E-4CEF-9266-79479A2157DA}" destId="{056F4967-2987-4DD4-BB48-8B5E4856E0CA}" srcOrd="0" destOrd="0" presId="urn:microsoft.com/office/officeart/2005/8/layout/hierarchy1"/>
    <dgm:cxn modelId="{4EC91E65-6F0A-42C9-BA33-86D868953F9B}" type="presParOf" srcId="{9A61045F-D04E-4CEF-9266-79479A2157DA}" destId="{BEDACB25-6F67-439C-8EF5-35DDA8D3BA3D}" srcOrd="1" destOrd="0" presId="urn:microsoft.com/office/officeart/2005/8/layout/hierarchy1"/>
    <dgm:cxn modelId="{4DEDC426-5E96-492A-92EF-3C62A5E49CA8}" type="presParOf" srcId="{36799B93-6C09-499D-8790-CE1A0DA1D969}" destId="{C05A3274-4232-47BA-8EE0-E1090B4B1164}" srcOrd="1" destOrd="0" presId="urn:microsoft.com/office/officeart/2005/8/layout/hierarchy1"/>
    <dgm:cxn modelId="{ACDD24EE-6D22-4117-BC4E-BC960BF0F79D}" type="presParOf" srcId="{3CDB5F88-5F9D-4C3B-9F5F-32AFAE0B8F14}" destId="{6D4049AE-0A16-4164-BE21-BB46844D12D7}" srcOrd="2" destOrd="0" presId="urn:microsoft.com/office/officeart/2005/8/layout/hierarchy1"/>
    <dgm:cxn modelId="{C1F8E857-4329-452F-B8D5-5B582EA87A29}" type="presParOf" srcId="{6D4049AE-0A16-4164-BE21-BB46844D12D7}" destId="{711A66F8-0C8F-4FDA-97F7-1803E5B31392}" srcOrd="0" destOrd="0" presId="urn:microsoft.com/office/officeart/2005/8/layout/hierarchy1"/>
    <dgm:cxn modelId="{34F0E8D4-AAC3-4661-9899-60513E4417E0}" type="presParOf" srcId="{711A66F8-0C8F-4FDA-97F7-1803E5B31392}" destId="{E4944F79-8AAF-43B7-9A60-9D78961B125F}" srcOrd="0" destOrd="0" presId="urn:microsoft.com/office/officeart/2005/8/layout/hierarchy1"/>
    <dgm:cxn modelId="{3EC26F83-1F76-4515-9E91-BB702EDF53B9}" type="presParOf" srcId="{711A66F8-0C8F-4FDA-97F7-1803E5B31392}" destId="{4174D666-923D-400F-8BE4-F09950ABD051}" srcOrd="1" destOrd="0" presId="urn:microsoft.com/office/officeart/2005/8/layout/hierarchy1"/>
    <dgm:cxn modelId="{9AF15C13-2402-41EF-BBF8-0B9A4B9EDB34}" type="presParOf" srcId="{6D4049AE-0A16-4164-BE21-BB46844D12D7}" destId="{6A3D81F9-3F60-446E-8F2F-1FF89AB84E46}" srcOrd="1" destOrd="0" presId="urn:microsoft.com/office/officeart/2005/8/layout/hierarchy1"/>
    <dgm:cxn modelId="{14883793-76D1-4575-A595-475E16DADADA}" type="presParOf" srcId="{3CDB5F88-5F9D-4C3B-9F5F-32AFAE0B8F14}" destId="{080E1BAA-8E4C-40B0-AD47-B8B0D1D363ED}" srcOrd="3" destOrd="0" presId="urn:microsoft.com/office/officeart/2005/8/layout/hierarchy1"/>
    <dgm:cxn modelId="{1D691179-DB20-4C9C-85F5-F3241AD9D6CC}" type="presParOf" srcId="{080E1BAA-8E4C-40B0-AD47-B8B0D1D363ED}" destId="{BF85EB88-FFA7-4134-BD72-913EBB64C693}" srcOrd="0" destOrd="0" presId="urn:microsoft.com/office/officeart/2005/8/layout/hierarchy1"/>
    <dgm:cxn modelId="{9234ED93-D4E8-4DD0-A178-B09996F0AC1A}" type="presParOf" srcId="{BF85EB88-FFA7-4134-BD72-913EBB64C693}" destId="{3FF50684-E9C9-459E-A952-E4F6948096C4}" srcOrd="0" destOrd="0" presId="urn:microsoft.com/office/officeart/2005/8/layout/hierarchy1"/>
    <dgm:cxn modelId="{CEAC7470-2DB9-4294-BF5D-99E230541658}" type="presParOf" srcId="{BF85EB88-FFA7-4134-BD72-913EBB64C693}" destId="{28062F46-08A4-4ECD-B2CA-68F7F8DB3AE2}" srcOrd="1" destOrd="0" presId="urn:microsoft.com/office/officeart/2005/8/layout/hierarchy1"/>
    <dgm:cxn modelId="{8B082D75-40DC-4EB9-B4AF-244CEDFD8E26}" type="presParOf" srcId="{080E1BAA-8E4C-40B0-AD47-B8B0D1D363ED}" destId="{8AE70698-14FA-4467-93BD-CFFF1759A23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4FB843-B524-461C-BB61-E016B66F514D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2E088-89D5-4F26-BE9B-E780500E4A12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Decomposition of features </a:t>
          </a:r>
          <a:endParaRPr lang="en-US" sz="2200" kern="1200"/>
        </a:p>
      </dsp:txBody>
      <dsp:txXfrm>
        <a:off x="299702" y="1282093"/>
        <a:ext cx="2200851" cy="1366505"/>
      </dsp:txXfrm>
    </dsp:sp>
    <dsp:sp modelId="{61C92B3B-4E44-4B12-82D5-D87354C26BB1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D10AB-0E32-4180-9AA8-D0D5117C8F8B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Independent Deployment</a:t>
          </a:r>
        </a:p>
      </dsp:txBody>
      <dsp:txXfrm>
        <a:off x="3093555" y="1282093"/>
        <a:ext cx="2200851" cy="1366505"/>
      </dsp:txXfrm>
    </dsp:sp>
    <dsp:sp modelId="{B57647B0-E302-4012-8D73-792B73A495F2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C0153-870E-4AD4-82FF-D8BDC95B5A50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Communication via API</a:t>
          </a:r>
        </a:p>
      </dsp:txBody>
      <dsp:txXfrm>
        <a:off x="5887408" y="1282093"/>
        <a:ext cx="2200851" cy="1366505"/>
      </dsp:txXfrm>
    </dsp:sp>
    <dsp:sp modelId="{DAB8F1EC-077C-4A90-A56F-79D206C393AD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120D43-72A1-491C-AECE-9D553BCFECC1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Decentralized Data Management</a:t>
          </a:r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66D1F-2679-4BB8-8886-BE2C0F509FD1}">
      <dsp:nvSpPr>
        <dsp:cNvPr id="0" name=""/>
        <dsp:cNvSpPr/>
      </dsp:nvSpPr>
      <dsp:spPr>
        <a:xfrm>
          <a:off x="3232" y="990100"/>
          <a:ext cx="2308003" cy="14655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E713A-C11E-42C2-B975-F895C697586A}">
      <dsp:nvSpPr>
        <dsp:cNvPr id="0" name=""/>
        <dsp:cNvSpPr/>
      </dsp:nvSpPr>
      <dsp:spPr>
        <a:xfrm>
          <a:off x="259677" y="1233722"/>
          <a:ext cx="2308003" cy="1465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Targeted scalability </a:t>
          </a:r>
        </a:p>
      </dsp:txBody>
      <dsp:txXfrm>
        <a:off x="302602" y="1276647"/>
        <a:ext cx="2222153" cy="1379732"/>
      </dsp:txXfrm>
    </dsp:sp>
    <dsp:sp modelId="{056F4967-2987-4DD4-BB48-8B5E4856E0CA}">
      <dsp:nvSpPr>
        <dsp:cNvPr id="0" name=""/>
        <dsp:cNvSpPr/>
      </dsp:nvSpPr>
      <dsp:spPr>
        <a:xfrm>
          <a:off x="2824125" y="990100"/>
          <a:ext cx="2308003" cy="14655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DACB25-6F67-439C-8EF5-35DDA8D3BA3D}">
      <dsp:nvSpPr>
        <dsp:cNvPr id="0" name=""/>
        <dsp:cNvSpPr/>
      </dsp:nvSpPr>
      <dsp:spPr>
        <a:xfrm>
          <a:off x="3080570" y="1233722"/>
          <a:ext cx="2308003" cy="1465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Fault isolation</a:t>
          </a:r>
        </a:p>
      </dsp:txBody>
      <dsp:txXfrm>
        <a:off x="3123495" y="1276647"/>
        <a:ext cx="2222153" cy="1379732"/>
      </dsp:txXfrm>
    </dsp:sp>
    <dsp:sp modelId="{E4944F79-8AAF-43B7-9A60-9D78961B125F}">
      <dsp:nvSpPr>
        <dsp:cNvPr id="0" name=""/>
        <dsp:cNvSpPr/>
      </dsp:nvSpPr>
      <dsp:spPr>
        <a:xfrm>
          <a:off x="5645018" y="990100"/>
          <a:ext cx="2308003" cy="14655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4D666-923D-400F-8BE4-F09950ABD051}">
      <dsp:nvSpPr>
        <dsp:cNvPr id="0" name=""/>
        <dsp:cNvSpPr/>
      </dsp:nvSpPr>
      <dsp:spPr>
        <a:xfrm>
          <a:off x="5901463" y="1233722"/>
          <a:ext cx="2308003" cy="1465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Technology Agnostic</a:t>
          </a:r>
        </a:p>
      </dsp:txBody>
      <dsp:txXfrm>
        <a:off x="5944388" y="1276647"/>
        <a:ext cx="2222153" cy="1379732"/>
      </dsp:txXfrm>
    </dsp:sp>
    <dsp:sp modelId="{3FF50684-E9C9-459E-A952-E4F6948096C4}">
      <dsp:nvSpPr>
        <dsp:cNvPr id="0" name=""/>
        <dsp:cNvSpPr/>
      </dsp:nvSpPr>
      <dsp:spPr>
        <a:xfrm>
          <a:off x="8465912" y="990100"/>
          <a:ext cx="2308003" cy="14655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62F46-08A4-4ECD-B2CA-68F7F8DB3AE2}">
      <dsp:nvSpPr>
        <dsp:cNvPr id="0" name=""/>
        <dsp:cNvSpPr/>
      </dsp:nvSpPr>
      <dsp:spPr>
        <a:xfrm>
          <a:off x="8722356" y="1233722"/>
          <a:ext cx="2308003" cy="14655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Faster Development (Agile)</a:t>
          </a:r>
        </a:p>
      </dsp:txBody>
      <dsp:txXfrm>
        <a:off x="8765281" y="1276647"/>
        <a:ext cx="2222153" cy="1379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CF515-DF6A-45FD-989F-3971BA94395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4F66E-2361-4B76-82AE-86DEC32F2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7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4F66E-2361-4B76-82AE-86DEC32F2E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AEA5-EA25-4D38-CB8D-FC061291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3DB2E-4A49-79D7-9405-6CE134299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F24FC-9A7F-F5AB-9D72-605BF3D7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6D7B4-7C5D-72F2-7135-58E0E429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5170E-ABEE-9117-656E-5775CE5B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FD69-EE01-254A-2FC8-C8D47F40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4998-A865-BF82-8ED4-225E9D61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68CD-5731-D78C-3293-CF4CF6E1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E4A5A-ACC0-FE55-2A0A-B0869AA1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B9354-3307-4048-39B2-F3CA98A7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9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D85E-65CA-5FB6-50DD-726A83B9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F8F77-3089-7698-D7A6-867758A22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CA8F6-B37F-D8BD-EE42-6A8260A2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0CEC7-A1A5-37FE-E58B-AC79118B9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2218-5ACA-055E-CA7A-DB3703DE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3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B7D0-57C6-41DD-CAE7-6D4EA355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DBC42-098A-D749-F336-5FEF7E0A2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15E4F-1452-FD8F-2A07-20337E3B8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18D2B-1BCF-18F0-6D09-689E07A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41B6F-B1EE-2420-7EF7-2E8B1E4A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A97B6-633B-9FCF-5380-DD441CCB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7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E23C-8B60-55BB-CF6A-463841756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9C63F-A2D6-5F28-3DF6-501F014CD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806A0-CFDD-6E01-2DD8-ADA08E462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27B3EC-E1A9-E923-0320-C8C0D646A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47917-32A6-9AF6-EB40-7BD2C2D93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A24F5-58D7-710E-1926-2B4174A72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FFF55-B08E-2445-68C5-5F9763DF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78CA31-4C6B-0387-9939-79EB1A7F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53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73F19-A783-BD3B-254A-4965684B1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55624-2927-F561-AF16-63AB8616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CDC97-468C-8DF1-1B13-07BABADA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64C50-4661-EF0A-F8C4-0B479A302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4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9AE691-CF65-C39F-C9FA-3D7A9FAB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7F2AC7-DBDD-95E8-DAE0-886BB2548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9E543-CD83-2330-7B52-88D6B5DB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7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D42F-DDDC-784E-8278-A08362E3C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7140-BFB0-21BB-C045-458AD037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B3C2C-FCA4-7ED0-5A4E-3B6810B9E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6F0A5-AB60-F017-5FE6-10D436A0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B99CF-315F-6B2D-D44F-FFDAF774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C1FDD-2D89-0D99-3970-AAEA9D4E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2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F395-9B32-AB1D-AFD4-9B6DB573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FD6D0-061E-49FC-89B8-6265B495A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C4D2F-4E4D-DE74-E8DF-95970244C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13B5F-4415-3BE5-002B-BA1B151A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93255-71C1-3778-DBC9-80EF15FB7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06772-4FBB-7760-884F-0D0385BA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8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2311B-7555-BEEF-8323-5113D874A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ACBA1-A935-C311-DF8F-5114B2F5E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6296D-ACCE-A9D9-235F-6C4803A8B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5FE1-9F5E-7B11-AD7F-A865363B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A5FEC-DB23-CDF2-3E42-5936C6E7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4D580-0225-0220-64FF-EF3ED855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12540-4F0A-14FC-3F0C-435142831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599ED-D2F2-E3F6-4E7C-84E712D7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43A37-1D83-1CE7-8641-EE0AD1E45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143C6-8811-8957-3CC4-C8AD9C1C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8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4706B-CFBD-68A4-280E-7C6C8BC7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8156A-A378-3A0A-D98E-FC82C8036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0D437-9D97-A7B0-C7EB-D8DA61949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DE1E4-2E02-45C1-9DCC-08682D01CE98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01EED-65A5-072F-569D-218AEB5A3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DAF0E-8681-823E-48CE-78AAAAAB8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379DE-A6FF-4810-8C84-F5E339CC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48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55DED1-E2B8-144D-1CCA-C80CB295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97"/>
            <a:ext cx="12192000" cy="6837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12A9C-A17D-152C-5242-8855EBE5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2" y="94890"/>
            <a:ext cx="7492041" cy="176841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Student portal Microservice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2FD31-AE5C-3BCF-7792-B91CAF4B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2" y="5345203"/>
            <a:ext cx="5234796" cy="1417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Presented by: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Riad Mostafa  ID: 2022/07822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Abdelrahman Ahmed  ID: 2022/01681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Abdelrahman Walid ID: 2022/05134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993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3FAF4-8305-BE17-2199-9B364F77B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Theory: How Microservices work</a:t>
            </a:r>
            <a:endParaRPr lang="en-US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E089ED-7D37-AF0A-1D51-58A5ACB4F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59525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5534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896D6-248F-9912-0A90-8215A6C1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C569EE-CFF2-ED86-BDB0-9F0255BFC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E42305-9591-C057-0227-D88CB681A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B4B240-99B2-C336-464B-06127966F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8C3EC0-2916-FC83-984A-756073E88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95530-FEAB-3B5B-D644-3881EEDC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Theory: how Microservices work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3D817E-CE1F-604A-76EF-6C6E9C050E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62054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74E8070-F656-C591-3FDF-641146ECBE35}"/>
              </a:ext>
            </a:extLst>
          </p:cNvPr>
          <p:cNvSpPr txBox="1">
            <a:spLocks/>
          </p:cNvSpPr>
          <p:nvPr/>
        </p:nvSpPr>
        <p:spPr>
          <a:xfrm>
            <a:off x="838200" y="2235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Decomposition of features</a:t>
            </a:r>
            <a:r>
              <a:rPr lang="en-US" sz="3600" dirty="0"/>
              <a:t>: instead of having one large application, the software is broken down into multiple specific services.</a:t>
            </a:r>
          </a:p>
          <a:p>
            <a:endParaRPr lang="en-US" sz="3600" dirty="0"/>
          </a:p>
          <a:p>
            <a:r>
              <a:rPr lang="en-US" sz="3600" dirty="0"/>
              <a:t>For example: an e-commerce website has separate microservices for Inventory, shopping cart, orders.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178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2571E-91B3-26B3-B68A-92FE5482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06C1DC-9041-0A57-B0A4-8B0AFBE4D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7D3A2-C358-5531-70FB-4830373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4EF065-4A87-B61B-A782-A96BD09E4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DE6927-A4B4-DFC5-5386-2FD11D400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5428A-A219-8AA9-32EA-7473BDF53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Theory: how Microservices work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6EB31C4-1F70-9CA8-3DC4-B7E5DE1372AD}"/>
              </a:ext>
            </a:extLst>
          </p:cNvPr>
          <p:cNvSpPr txBox="1">
            <a:spLocks/>
          </p:cNvSpPr>
          <p:nvPr/>
        </p:nvSpPr>
        <p:spPr>
          <a:xfrm>
            <a:off x="838200" y="2235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3ED207-3E31-276D-C06B-22658D60F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75" y="2370960"/>
            <a:ext cx="10515600" cy="4351338"/>
          </a:xfrm>
        </p:spPr>
        <p:txBody>
          <a:bodyPr/>
          <a:lstStyle/>
          <a:p>
            <a:r>
              <a:rPr lang="en-US" sz="3600" b="1" dirty="0"/>
              <a:t>Independent Deployment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Since every service is made separate, a developer can update one service without having to redeploy the other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37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5408D-3B26-4B8C-A82E-8DFBA227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84BD8D-A73F-4761-307B-57F9E3EC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E1C4E-1E22-766B-E75A-5190BB4F4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83E9EB-38BD-F296-FFAD-AF46A4D2A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B84F7-37DE-E0FA-684D-A0449AF17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FEC79-387C-27AC-DE95-BDBDE7C7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Theory: how Microservices work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56C4473-61D6-A575-F305-0DDBA800C7C9}"/>
              </a:ext>
            </a:extLst>
          </p:cNvPr>
          <p:cNvSpPr txBox="1">
            <a:spLocks/>
          </p:cNvSpPr>
          <p:nvPr/>
        </p:nvSpPr>
        <p:spPr>
          <a:xfrm>
            <a:off x="838200" y="2235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F82AFB-4B51-C932-6F7B-CAF15C46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75" y="2370960"/>
            <a:ext cx="10515600" cy="435133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Communication Via APIs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have the separate systems “communicate” with each other, they need to use the Application Programming Interfaces (API), through HTTP/REST.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801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97C15-3AC4-663A-CC26-FAA4C2065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B1E8EB-AF9A-5651-A1F8-AAF702257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256D78-1B56-2796-5E8E-A7967EB86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2A3335-E62F-B2CE-BB69-0AABC7EBF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925BEE-A2C6-5FC6-466B-2478A6030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20DFB-A061-8C74-B6DC-E619FED60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Theory: how Microservices work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D5C7EA0-3E48-1EA0-A556-97781B7E3D22}"/>
              </a:ext>
            </a:extLst>
          </p:cNvPr>
          <p:cNvSpPr txBox="1">
            <a:spLocks/>
          </p:cNvSpPr>
          <p:nvPr/>
        </p:nvSpPr>
        <p:spPr>
          <a:xfrm>
            <a:off x="838200" y="2235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9A39EB-A730-423B-F1A2-6CD5FC8D6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075" y="2370960"/>
            <a:ext cx="10515600" cy="435133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Decentralized Data Management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individual service has its own database dedicated for it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example: the authentication has its own database, the courses has its own database, the notification has its own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1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F8532-82B6-7A06-DEBF-C32773FD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F992C1-F8CD-A226-54B6-89DF3DB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Architecture diagram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4DA17-1D64-8052-666C-D009F2E1F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2" y="60384"/>
            <a:ext cx="8013148" cy="6797187"/>
          </a:xfrm>
          <a:prstGeom prst="rect">
            <a:avLst/>
          </a:prstGeom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96228E3-B855-523A-312B-550B821112A2}"/>
              </a:ext>
            </a:extLst>
          </p:cNvPr>
          <p:cNvSpPr txBox="1">
            <a:spLocks/>
          </p:cNvSpPr>
          <p:nvPr/>
        </p:nvSpPr>
        <p:spPr>
          <a:xfrm>
            <a:off x="838200" y="223525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36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2846F-3873-D4CF-A422-93E32E05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Its Useful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AAA4AE-20DF-D282-30CE-2BC5570CC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437466"/>
              </p:ext>
            </p:extLst>
          </p:nvPr>
        </p:nvGraphicFramePr>
        <p:xfrm>
          <a:off x="644056" y="2615979"/>
          <a:ext cx="11033593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9079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6D266-080B-06A1-7882-49416843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745630-D030-A3BF-E821-F039A21D7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8E7B47-977E-CE78-B71B-0E4EC0C49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D8C721-D3CC-0D0F-DB5A-2F3AC919C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A359C7-9B2B-60B6-C41B-1FE3A2E97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3B45E-780D-1B2C-275B-897B50F9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Why Its Useful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6D222B-05CA-4968-6019-EEA5F89EC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3"/>
            <a:ext cx="10515600" cy="3903389"/>
          </a:xfrm>
        </p:spPr>
        <p:txBody>
          <a:bodyPr>
            <a:normAutofit/>
          </a:bodyPr>
          <a:lstStyle/>
          <a:p>
            <a:r>
              <a:rPr lang="en-US" sz="3600" b="1" dirty="0"/>
              <a:t>Targeted Scalability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Microservices allow for scalability of resources of a specific services that require it, saving a lot of money and computing power</a:t>
            </a:r>
          </a:p>
        </p:txBody>
      </p:sp>
    </p:spTree>
    <p:extLst>
      <p:ext uri="{BB962C8B-B14F-4D97-AF65-F5344CB8AC3E}">
        <p14:creationId xmlns:p14="http://schemas.microsoft.com/office/powerpoint/2010/main" val="1632469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E8FBDB-4B0E-C678-DB56-891F1CB40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0A6BE5-EC43-295E-6D5C-4ED536A2D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31EDDB-6CC6-5FCC-9CB3-E17365330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27FA5A-6C33-BC13-8A0D-689A6447A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EB237D-1CA1-5545-68C2-1454F2060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BBE28-0B65-0D87-12C7-53DB278D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Its Useful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54D243-70A3-9DD1-8C79-1F0008B9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3"/>
            <a:ext cx="10515600" cy="3903389"/>
          </a:xfrm>
        </p:spPr>
        <p:txBody>
          <a:bodyPr/>
          <a:lstStyle/>
          <a:p>
            <a:r>
              <a:rPr lang="en-US" sz="3600" b="1" dirty="0"/>
              <a:t>Fault isolation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If a bug affects one server then the rest of the application stays online, without microservice architecture, the whole website will crash if the same issue occurs.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9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7EBD2-45E8-09C8-1F42-408606917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13E70-4E97-C594-54A9-059589FD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DF399-CF91-8C88-BD0D-A441076CF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5CA9C7-B0B6-37E3-64F0-C238B5E62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031A39-7894-EC08-46A9-9C28E4DE9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B4DA6-F08A-4537-AEEA-6AF1B8FE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Its Useful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2B7CAC-77CA-958E-79B6-C68FF62F6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903389"/>
          </a:xfrm>
        </p:spPr>
        <p:txBody>
          <a:bodyPr/>
          <a:lstStyle/>
          <a:p>
            <a:r>
              <a:rPr lang="en-US" sz="3600" b="1" dirty="0"/>
              <a:t>Technology Agnostic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600" dirty="0"/>
              <a:t>The whole app doesn’t need to be written in the same programming language, one microservice can be written in python while the other can be written in 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050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A88FDA-2008-54F7-596E-DCBB1570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9A2D24-E29C-B4DE-8A8F-7C2602906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133CB-791E-A1F0-568A-E58C631CE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CA5178-054C-2671-B280-7F376C1DF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EE14CA-54CF-7A2A-CDE9-9097032FA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D1111-0B06-2961-44B0-F9D8DFBC4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Its Useful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373242-7AAC-72EA-04A1-0ECA8C9A6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3"/>
            <a:ext cx="10515600" cy="3903389"/>
          </a:xfrm>
        </p:spPr>
        <p:txBody>
          <a:bodyPr>
            <a:normAutofit/>
          </a:bodyPr>
          <a:lstStyle/>
          <a:p>
            <a:r>
              <a:rPr lang="en-US" sz="3600" b="1" dirty="0"/>
              <a:t>Faster Development (Agile)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Large teams can be split into different small groups with each one focusing on a specific microservice.</a:t>
            </a:r>
          </a:p>
          <a:p>
            <a:pPr marL="0" indent="0">
              <a:buNone/>
            </a:pPr>
            <a:r>
              <a:rPr lang="en-US" sz="3600" dirty="0"/>
              <a:t>Development and testing in one server can function normally without affecting the other</a:t>
            </a:r>
          </a:p>
        </p:txBody>
      </p:sp>
    </p:spTree>
    <p:extLst>
      <p:ext uri="{BB962C8B-B14F-4D97-AF65-F5344CB8AC3E}">
        <p14:creationId xmlns:p14="http://schemas.microsoft.com/office/powerpoint/2010/main" val="308053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18C1D-C82A-8CC6-4B58-3D6FD50EB5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933" b="779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B4B789-644E-3D90-C6CD-12EC33FED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1527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340</Words>
  <Application>Microsoft Office PowerPoint</Application>
  <PresentationFormat>Widescreen</PresentationFormat>
  <Paragraphs>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Student portal Microservice application</vt:lpstr>
      <vt:lpstr>Theory: How Microservices work</vt:lpstr>
      <vt:lpstr>Theory: how Microservices work</vt:lpstr>
      <vt:lpstr>Theory: how Microservices work</vt:lpstr>
      <vt:lpstr>Theory: how Microservices work</vt:lpstr>
      <vt:lpstr>Theory: how Microservices work</vt:lpstr>
      <vt:lpstr>Architecture diagram</vt:lpstr>
      <vt:lpstr>Why Its Useful</vt:lpstr>
      <vt:lpstr>Why Its Useful</vt:lpstr>
      <vt:lpstr>Why Its Useful</vt:lpstr>
      <vt:lpstr>Why Its Useful</vt:lpstr>
      <vt:lpstr>Why Its Useful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Walid</dc:creator>
  <cp:lastModifiedBy>Abdelrahman Ahmed</cp:lastModifiedBy>
  <cp:revision>4</cp:revision>
  <dcterms:created xsi:type="dcterms:W3CDTF">2026-04-26T13:04:06Z</dcterms:created>
  <dcterms:modified xsi:type="dcterms:W3CDTF">2026-04-28T18:58:05Z</dcterms:modified>
</cp:coreProperties>
</file>